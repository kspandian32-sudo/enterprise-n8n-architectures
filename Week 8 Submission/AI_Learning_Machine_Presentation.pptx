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Session 5. Tonight we build the most powerful learning tool that exists. By the end of this session, you will have a system that takes ANY topic and gives you a complete learning kit — podcast, study guide, quiz, mind map — all generated by AI in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audience: Who has 50+ saved articles they've never read? Who has YouTube playlists full of 'watch later' videos? This is the universal learning problem. Tonight, we eliminate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entire pipeline. Emphasize that the n8n workflow does 95% of the work autonomously. The only manual step is 2 clicks in NotebookLM to add the Google Doc as 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WOW MOMENT. Switch to n8n, fill the form with 'AI Agents and Multi-Agent Frameworks', submit. Show the workflow executing node by node. Then switch to Gmail — email arrives. Switch to Google Drive — doc is there. Open NotebookLM — add the doc — generate audio overview. Play 30 seconds of the podcast. Students should be speechless.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Every tool is free except OpenAI which costs pennies. Students can also use Google Gemini API for completely zero cost. The entire learning kit generation costs less than a samosa.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format. Emphasize: Audio formats are perfect for learning while walking, commuting, cooking. Text formats are perfect for studying at your desk. The interactive chat is your personal tutor. All from ONE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node quickly. Point at the n8n canvas on screen as you explain. Emphasize: nodes 3 and 7 are the AI brains. Nodes 5-6 are the YouTube research. Nodes 9-10 create the Google Doc. Nodes 11-12 notify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form on n8n. Explain each field. Emphasize the knowledge level dropdown — this is what makes the output personalized. A beginner and an expert asking about the same topic get completely different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output from your test run. The AI generated 5 YouTube queries and the API returned 10 high-quality videos. Point out: the student never had to search YouTube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actual Google Doc that was created during the demo. Scroll through it live. Show how comprehensive it is — definitions, examples, tools, questions. This is what the AI wrote autonomously in about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sells NotebookLM. Emphasize: it's FREE with NO limits. The key differentiator from ChatGPT is grounding — NotebookLM only answers from your sources and cites every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live on screen. Show NotebookLM, create notebook, add the Google Doc. Show how it instantly recognizes the document. Generate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the most important AI concept your students need to understand. NotebookLM is a RAG system. This is also how AI chatbots work when they answer from a company's knowledge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what they built in the broader landscape. They are combining n8n automation with NotebookLM's learning capabilities — something most people don't know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should be thinking: who can I sell this to? Coaches need their course material turned into podcasts. SaaS companies need onboarding content. This is a real service with real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each deliverable. Emphasize the Loom recording and social media post — these are worth the most CTO points and build their professional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reel formula. This is the exact script students should follow for their social media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energy. Remind them: the workflow is ready to import, NotebookLM is free, the entire pipeline costs less than a samosa. Go build, go learn, go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LEARNING MACHINE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Topic. Get Audio Lectures, Study Guides, Quizzes,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Debates, and an Interactive AI Tutor — Automatically.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|  AI Architect Simulation  |  100% Free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Learning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bookmarked articles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save content with good intentions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never find the time to consume it.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YouTube lectures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finishes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overload is real. We watch 20%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move to the next shiny thing.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310896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takes hours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learning even starts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videos, articles,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is a full-time job.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918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test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actually learned it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76072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≠ learning. Without quizzes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active recall, retention drops 80%.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Building Tonight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topic into a form → AI researches it across YouTube → Writes a 2,500-word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document → Creates a Google Doc in your Drive → Sends you an email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open NotebookLM → 2 clicks → Audio Lecture + Study Guide + Quiz + Mind Map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2377440"/>
            <a:ext cx="16002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2377440"/>
            <a:ext cx="1600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51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topic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057400" y="2377440"/>
            <a:ext cx="16002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57400" y="2377440"/>
            <a:ext cx="16002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6517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14884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+ Web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3840480" y="2377440"/>
            <a:ext cx="16002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0" y="2377440"/>
            <a:ext cx="16002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517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3192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93192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2500 words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9496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5623560" y="2377440"/>
            <a:ext cx="16002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23560" y="2377440"/>
            <a:ext cx="1600200" cy="54864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517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71500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17804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406640" y="2377440"/>
            <a:ext cx="16002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06640" y="2377440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65176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3291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498080" y="3703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learning formats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entire system work end-to-end in 90 seconds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 → n8n researches → AI writes → Google Doc created → Email sent → NotebookLM generates podcast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Tech Stack — All Free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(18 nodes)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74720" y="1280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9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&amp; content writing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772400" y="1280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~₹5/run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05740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0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learning videos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74720" y="2240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205740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394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master document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772400" y="2240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01752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0972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tracker log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47472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754880" y="301752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0040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949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53949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with doc link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777240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3977640"/>
            <a:ext cx="402336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6052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9728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10972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learning formats from one doc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3474720" y="4160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0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LEARNING KIT:  ₹5  (~$0.05)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Learning Formats From ONE Upload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Podcast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hosts discuss your topic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10-18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Summary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audio recap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feedback on your 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7452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8745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perspectives, one topic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notes + key concepts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5176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651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questions &amp; answers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42900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understanding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42900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42900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3776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concept connections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0624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cards for revision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420624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420624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3776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anything, get cited answers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8096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n8n WORKFLOW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nodes. Fully autonomous research engine.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12-Node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level, questions, email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Request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form data + level instructions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18872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Search 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generates YouTube search queries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194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Queries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queries with fallback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01168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219456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947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Search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10 relevant videos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01168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6172200" y="2194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Videos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titles, channels, URLs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01752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2004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Master Doc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2500-word learning document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301752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1840" y="32004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9476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Doc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9476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header, metadata, instructions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301752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3200400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751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Doc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 in student's Drive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402336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7"/>
          <p:cNvSpPr/>
          <p:nvPr/>
        </p:nvSpPr>
        <p:spPr>
          <a:xfrm>
            <a:off x="411480" y="4206240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Content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full text via API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0" y="402336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4" name="Shape 52"/>
          <p:cNvSpPr/>
          <p:nvPr/>
        </p:nvSpPr>
        <p:spPr>
          <a:xfrm>
            <a:off x="3291840" y="42062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32918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79476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Sheet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79476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 Learning Log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80760" y="4023360"/>
            <a:ext cx="269748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9" name="Shape 57"/>
          <p:cNvSpPr/>
          <p:nvPr/>
        </p:nvSpPr>
        <p:spPr>
          <a:xfrm>
            <a:off x="6172200" y="42062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61722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6751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675120" y="4434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with doc link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1: The Form Trigger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fills out 4 simple fields: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 Want to Learn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Agents and Multi-Agent Frameworks"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Knowledge Level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Beginner / Some Basics / Intermediate / Advanced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004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Understand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agents use tools? What is CrewAI vs AutoGen?"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708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student@email.com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level controls how the AI writes — Beginner gets analogies,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gets cutting-edge research and deep technical details.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Nodes 3-6: AI-Powered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Generates Search Queries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queries generated: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AI agents use tools tutorial"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"CrewAI vs AutoGen explained"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multi-agent system with n8n"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"introduction to AI agents frameworks"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"overview of multi-agent systems in AI"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Returns Top 10 Videos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include: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titles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names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URLs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&amp; thumbnails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relevant, medium-length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videos — no shorts,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7: AI Writes the Master Document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receives ALL data and writes a 2,500-word learning document: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[Topic]?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It Work?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Concepts (5-10 defined)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Real-World Examples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to Get Started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Tools &amp; Platforms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Common Mistakes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Advanced Topics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14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Self-Assessment Questions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40233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4114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Recommended Resources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adapts to the student's knowledge level — Beginner gets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analogies, Advanced gets cutting-edge research papers.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 tutor that never sleeps.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 — Google's AI Learning Tool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Google tool at notebooklm.google.com that reads your documents and becomes an AI tutor grounded in YOUR material.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ChatGPT: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answers from the entire internet and often hallucinates. NotebookLM answers ONLY from YOUR uploaded sources with citations. Zero hallucination risk.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accepts: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Google Docs, Google Slides, Website URLs, YouTube videos, pasted text — up to 50 sources per notebook.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292608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192024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notebooks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audio overviews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text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chat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languages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usage limits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2-Click Connection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already created the Google Doc in your Drive. Now: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361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notebooklm.google.com → Create New Notebook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13055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30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'Google Docs' → Your Learning Kit appears → Click to add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2491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Add YouTube URLs from the doc for deeper content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319272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'Audio Overview' → Deep Dive → Generate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913632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generates: click Study Guide, FAQ, Quiz, Mind 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50799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507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→ Listen to your AI podcast while walking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TRENDY AI KNOWLEDGE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Learning Landscape in 2026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— Why NotebookLM Doesn't Hallucinate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(No RAG)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training data (internet)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 or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verify claims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not grounded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(RAG)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your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uploaded material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a citation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citation → see exact passage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on your content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Generation. The AI retrieves from YOUR documents first, then generates.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Learning Tools Landscape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9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069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Podcast + Study Kit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0" y="1069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Deep Research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18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Auto-research any topic in depth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1618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67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Q&amp;A + code + creative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167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15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715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 analysis +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715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264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Search-grounded answers with 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264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FREE+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813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+ AI narration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61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4361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audio by editing 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 combines multiple tools into ONE automated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Selling This as a Service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Businesses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course content into podcasts for students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₹5K-25K/episode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docs to audio onboarding for new hires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₹10K-50K/month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07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textbooks into study kits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₹15K-75K/course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85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Podcast-format compliance &amp; skills 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₹20K-1L/series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&amp; Creators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4622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podcast series for their books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₹25K-1L/series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MISSION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deliverables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Week's 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n8n workflow JSON and connect your credentials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56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workflow on a topic relevant to YOUR learning goals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957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377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NotebookLM → Add the Google Doc → Generate Audio Overview + Study Guide + Quiz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3580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017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full podcast and test yourself with the quiz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7588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2-min Loom showing: form fill → n8n execution → NotebookLM output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1596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584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 LinkedIn/Instagram: "I built an AI that turns any topic into a complete learning kit"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Reel Formula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78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(3 sec)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an AI that turns any topic into a podcast, study guide, and quiz in 5 minutes."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(5 sec)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used to mean reading PDFs for hours. Nobody finishes them."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(15 sec)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record: fill form → n8n runs → Google Doc created → NotebookLM podcast playing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(5 sec)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learning formats. One upload. Zero cost. AI does all the research."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(3 sec)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"Building this in the AI Architect Simulation. Week 5 of 14."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UPLOAD. LEARN. MASTER.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a learning kit waiting to happen.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is 5 minutes away from mastery.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Learning Machine is built. Now use 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429768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week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Learning Machine</dc:title>
  <dc:subject>PptxGenJS Presentation</dc:subject>
  <dc:creator>AI Architect Simulation</dc:creator>
  <cp:lastModifiedBy>AI Architect Simulation</cp:lastModifiedBy>
  <cp:revision>1</cp:revision>
  <dcterms:created xsi:type="dcterms:W3CDTF">2026-04-18T15:34:04Z</dcterms:created>
  <dcterms:modified xsi:type="dcterms:W3CDTF">2026-04-18T15:34:04Z</dcterms:modified>
</cp:coreProperties>
</file>