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embeddedFontLs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ialBlack-regular.fnt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energy. Tonight we build something that will genuinely shock people — a complete Instagram influencer that doesn't exist, with a full month of content, reels, and brand pitch emails. All from one form submission.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real money. Lil Miquela is a CGI character that earns more than most real influencers. Brands prefer AI influencers — no drama, no scandals, always on brand, available 24/7, costs nothing to 'book'.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 everything the workflow produces. Emphasize: this is not just an image generator — it's a complete business-in-a-box for an influencer. Character + content + schedule + pitches.</a:t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each tool. Emphasize: 7 out of 8 tools are completely free. The only cost is GPT-4o-mini at roughly ₹10 per run. Students can also use Gemini API for zero cost.</a:t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pipeline. Highlight the 4 AI calls (orange). Explain the split: Days 1-15 and Days 16-30 are separate calls because 30 days is too much for one API call.</a:t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actual Google Sheet live. Tab 1 has the character identity. Tab 2 has 30 rows — one per day — each with a ready-to-paste Ideogram prompt, caption, and hashtags. The starred items are what students will copy-paste directly.</a:t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this live. Open the Calendar sheet, copy Day 1's prompt, switch to Ideogram, paste, generate. Show the result. Then show how to save the Character for consistency.</a:t>
            </a:r>
            <a:endParaRPr/>
          </a:p>
        </p:txBody>
      </p:sp>
      <p:sp>
        <p:nvSpPr>
          <p:cNvPr id="256" name="Google Shape;25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Pixverse live. Upload one of the Ideogram photos. Type a motion prompt. Generate. Show the result — the static photo comes alive. Compare: photo vs animated video. Mind-blowing.</a:t>
            </a:r>
            <a:endParaRPr/>
          </a:p>
        </p:txBody>
      </p:sp>
      <p:sp>
        <p:nvSpPr>
          <p:cNvPr id="285" name="Google Shape;2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zero-editing reel creation. No CapCut, no timeline, no dragging clips. Just upload images, type what you want, and InVideo creates the full reel automatically.</a:t>
            </a:r>
            <a:endParaRPr/>
          </a:p>
        </p:txBody>
      </p:sp>
      <p:sp>
        <p:nvSpPr>
          <p:cNvPr id="315" name="Google Shape;3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Instagram posting flow. Emphasize: everything is copy-paste. The caption is already written. The hashtags are already researched. The image is already generated. 5 minutes per day.</a:t>
            </a:r>
            <a:endParaRPr/>
          </a:p>
        </p:txBody>
      </p:sp>
      <p:sp>
        <p:nvSpPr>
          <p:cNvPr id="339" name="Google Shape;3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money slide. Show the complete pipeline from form to Instagram. Emphasize the cost comparison — ₹10 total vs ₹1,50,000/month traditional.</a:t>
            </a:r>
            <a:endParaRPr/>
          </a:p>
        </p:txBody>
      </p:sp>
      <p:sp>
        <p:nvSpPr>
          <p:cNvPr id="367" name="Google Shape;3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 this to the cohort simulation. They ARE a D2C company. Their company needs an influencer but can't afford one. Now they can create one in 2 hours for ₹10.</a:t>
            </a:r>
            <a:endParaRPr/>
          </a:p>
        </p:txBody>
      </p:sp>
      <p:sp>
        <p:nvSpPr>
          <p:cNvPr id="433" name="Google Shape;4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slide that sells the automation as a service. Traditional = ₹50K-1.7L/month. AI = ₹10/month. Same output. That's the pitch to D2C clients.</a:t>
            </a:r>
            <a:endParaRPr/>
          </a:p>
        </p:txBody>
      </p:sp>
      <p:sp>
        <p:nvSpPr>
          <p:cNvPr id="459" name="Google Shape;45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are real agency prices. Students can start selling this service immediately. One Enterprise client = ₹1.5L-3L/month recurring revenue.</a:t>
            </a:r>
            <a:endParaRPr/>
          </a:p>
        </p:txBody>
      </p:sp>
      <p:sp>
        <p:nvSpPr>
          <p:cNvPr id="487" name="Google Shape;48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through deliverables. Emphasize the Loom and social media post — these build their professional brand.</a:t>
            </a:r>
            <a:endParaRPr/>
          </a:p>
        </p:txBody>
      </p:sp>
      <p:sp>
        <p:nvSpPr>
          <p:cNvPr id="514" name="Google Shape;51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reel formula is guaranteed to get views. The hook — a fake influencer that brands want to work with — is inherently viral.</a:t>
            </a:r>
            <a:endParaRPr/>
          </a:p>
        </p:txBody>
      </p:sp>
      <p:sp>
        <p:nvSpPr>
          <p:cNvPr id="541" name="Google Shape;54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WOW MOMENT. Switch to n8n, fill the form, submit. Show nodes executing. Switch to email. Switch to Google Sheets — show the Calendar tab with 30 rows of content. Then show the image generation and video creation live.</a:t>
            </a:r>
            <a:endParaRPr/>
          </a:p>
        </p:txBody>
      </p:sp>
      <p:sp>
        <p:nvSpPr>
          <p:cNvPr id="567" name="Google Shape;5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with maximum energy. The complete pipeline is built, tested, and proven. Students have everything they need. Go build, go post, go monetize.</a:t>
            </a:r>
            <a:endParaRPr/>
          </a:p>
        </p:txBody>
      </p:sp>
      <p:sp>
        <p:nvSpPr>
          <p:cNvPr id="577" name="Google Shape;57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8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38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10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38.png"/><Relationship Id="rId7" Type="http://schemas.openxmlformats.org/officeDocument/2006/relationships/image" Target="../media/image48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9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8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44.png"/><Relationship Id="rId7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4572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AI INFLUENCER FACTORY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Create a Fictional Instagram Influencer From Scratch.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Face. AI Posts. AI Captions. AI Reels. 30-Day Calendar.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From Filling ONE Form.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200400" y="3840480"/>
            <a:ext cx="2743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Architect Simulation  |  100% Free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AI Influencer Market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1097280"/>
            <a:ext cx="3840480" cy="13716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640080" y="11887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$6.95 Billion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17373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Influencer market size in 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(Influencer Marketing Hub)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846320" y="1097280"/>
            <a:ext cx="3840480" cy="13716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029200" y="11887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97316"/>
                </a:solidFill>
                <a:latin typeface="Arial Black"/>
                <a:ea typeface="Arial Black"/>
                <a:cs typeface="Arial Black"/>
                <a:sym typeface="Arial Black"/>
              </a:rPr>
              <a:t>$52 Billion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029200" y="17373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Projected by 2033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40.8% CAGR growth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2743200"/>
            <a:ext cx="2560320" cy="2011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29260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548640" y="34747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Lil Miquela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379476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2.6M followers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Earns $10M+/year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Partnered with Prada,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Calvin Klein, Samsung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291840" y="2743200"/>
            <a:ext cx="2560320" cy="2011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474720" y="30175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3x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474720" y="356616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Higher engagement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 virtual influencers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vs human influencers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(NeoReach study)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126480" y="2743200"/>
            <a:ext cx="2560320" cy="2011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309360" y="30175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Arial Black"/>
              <a:buNone/>
            </a:pPr>
            <a:r>
              <a:rPr b="0" i="0" lang="en-US" sz="3000" u="none" cap="none" strike="noStrike">
                <a:solidFill>
                  <a:srgbClr val="0D9488"/>
                </a:solidFill>
                <a:latin typeface="Arial Black"/>
                <a:ea typeface="Arial Black"/>
                <a:cs typeface="Arial Black"/>
                <a:sym typeface="Arial Black"/>
              </a:rPr>
              <a:t>30-50%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309360" y="356616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Cost reduction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vs human influencer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campaigns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(Industry data)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We're Building Tonight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Fill ONE form → AI generates an entire influencer business in 2 minutes: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57200" y="1463040"/>
            <a:ext cx="8229600" cy="475488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57200" y="1463040"/>
            <a:ext cx="54864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544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1097280" y="153619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Complete character identity (name, bio, backstory, personality)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57200" y="2029968"/>
            <a:ext cx="8229600" cy="475488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57200" y="2029968"/>
            <a:ext cx="54864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12140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1097280" y="2103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 ready-to-paste Ideogram prompts for consistent AI photos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2596896"/>
            <a:ext cx="8229600" cy="475488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57200" y="2596896"/>
            <a:ext cx="54864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268833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1097280" y="2670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30-day content calendar with captions, hashtags, posting times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3163824"/>
            <a:ext cx="8229600" cy="475488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57200" y="3163824"/>
            <a:ext cx="54864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25526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1097280" y="3236976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carousel scripts (7 slides each) for educational content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" y="3730752"/>
            <a:ext cx="8229600" cy="475488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57200" y="3730752"/>
            <a:ext cx="54864" cy="4754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38221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1097280" y="3803904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brand pitch emails ready to send to sponsors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" y="4297680"/>
            <a:ext cx="8229600" cy="475488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57200" y="4297680"/>
            <a:ext cx="54864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43891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097280" y="437083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Everything logged to Google Sheets — one row per 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Tech Stack — All Free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7200" y="1005840"/>
            <a:ext cx="4023360" cy="777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1704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1051560" y="10789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n8n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051560" y="1371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Workflow automation (16 nodes)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474720" y="11887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754880" y="1005840"/>
            <a:ext cx="4023360" cy="777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1704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5349240" y="10789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GPT-4o-mini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349240" y="1371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brain (4 calls: character + calendar + extras)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772400" y="11887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~₹10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1920240"/>
            <a:ext cx="4023360" cy="777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" y="20848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1051560" y="19933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Sheets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051560" y="2286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Master tab + Calendar tab (1 row per day)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474720" y="21031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754880" y="1920240"/>
            <a:ext cx="4023360" cy="777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20848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5349240" y="19933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349240" y="22860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Sends complete package to your 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772400" y="21031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57200" y="2834640"/>
            <a:ext cx="4023360" cy="777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4360" y="29992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/>
          <p:nvPr/>
        </p:nvSpPr>
        <p:spPr>
          <a:xfrm>
            <a:off x="1051560" y="29077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Ideogram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051560" y="3200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image generation (consistent face)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474720" y="30175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754880" y="2834640"/>
            <a:ext cx="4023360" cy="777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2040" y="29992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5349240" y="29077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Pixverse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349240" y="3200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Image-to-video (50 credits/day = 5 videos)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7772400" y="30175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3749040"/>
            <a:ext cx="4023360" cy="777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4360" y="39136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051560" y="38221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InVideo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051560" y="4114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Auto-creates full reels from images+clips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474720" y="39319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754880" y="3749040"/>
            <a:ext cx="4023360" cy="777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92040" y="39136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5349240" y="38221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349240" y="4114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 &amp; grow your AI influencer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772400" y="393192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9144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n8n WORKFLOW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16 nodes. 4 AI calls. Complete influencer business in 2 minutes.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16-Node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228600" y="77724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301752" y="10058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301752" y="1005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731520" y="8686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 Trigger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31520" y="12161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Name, niche, personality, aesthetic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468880" y="77724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2542032" y="10058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2542032" y="1005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971800" y="8686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 Brief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2971800" y="12161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Clean all form inputs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709160" y="77724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4782312" y="100584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4782312" y="1005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212080" y="8686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AI: Character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212080" y="12161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Bio, backstory, master prompt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949440" y="77724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7022592" y="10058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7022592" y="1005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452360" y="8686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 Character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452360" y="121615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Extract with fallback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228600" y="182880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01752" y="20574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01752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731520" y="19202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AI: Days 1-15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31520" y="22677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Calendar + Ideogram prompts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468880" y="182880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542032" y="20574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2542032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971800" y="19202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 Days 1-15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971800" y="22677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Extract calendar array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709160" y="182880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782312" y="20574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4782312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212080" y="19202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AI: Days 16-30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212080" y="22677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Remaining calendar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949440" y="182880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7022592" y="205740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7022592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452360" y="192024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Merge Calendar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452360" y="22677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Combine 30 days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228600" y="288036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01752" y="310896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01752" y="3108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31520" y="2971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AI: Extras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31520" y="3319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carousels + 5 pitches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468880" y="288036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2542032" y="310896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2542032" y="3108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971800" y="2971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 Extras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971800" y="3319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Extract with fallback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709160" y="288036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782312" y="310896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782312" y="3108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212080" y="2971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Prepare 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212080" y="3319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 row per calendar 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949440" y="288036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022592" y="310896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022592" y="3108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7452360" y="2971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 Master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452360" y="33192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Character → Master tab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28600" y="393192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01752" y="416052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01752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731520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Expand Calendar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31520" y="43708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30 items for sheet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468880" y="393192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2542032" y="416052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2542032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971800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 Calendar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971800" y="43708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30 rows → Calendar tab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709160" y="393192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782312" y="41605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782312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212080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Compile 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212080" y="43708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Format everything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6949440" y="3931920"/>
            <a:ext cx="21031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7022592" y="416052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7022592" y="4160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7452360" y="402336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 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452360" y="437083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package to inbox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What Lands in Your Google Sheet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F9731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 1: Master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Influencer name &amp; handle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40080" y="18745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Bio &amp; backstory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Personality traits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40080" y="25146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Content pillars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40080" y="2834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Caption style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40080" y="31546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Signature elements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40080" y="34747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Target audience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40080" y="37947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  Master Ideogram Prompt 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40080" y="4114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20 hashtags bank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 2: Calendar (1 Row Per Day)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937760" y="155448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Day number (1-30)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937760" y="185623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Content type (Feed/Reel/Carousel/Story)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937760" y="215798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Photo 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937760" y="245973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  Ideogram Prompt (ready to copy-paste) 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937760" y="27614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  Caption (ready to copy-paste) 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937760" y="306324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  15 Hashtags 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937760" y="336499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Best posting time (IST)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937760" y="366674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Image Status (track progress)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937760" y="396849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Video Status (track progress)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937760" y="427024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Posted (Yes/No)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0" name="Google Shape;2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9144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0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FROM SHEET TO INSTAGRAM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5-step production pipeline after the workflow runs.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Step 1: Generate AI Photos — Ideogram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58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/>
          <p:nvPr/>
        </p:nvSpPr>
        <p:spPr>
          <a:xfrm>
            <a:off x="1005840" y="1051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ideogram.ai — 100% Free — Unlimited Generations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594360" y="173736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594360" y="17373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097280" y="17556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Google Sheet → Calendar tab → Day 1 → Copy the 'Ideogram Prompt' cell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594360" y="2377440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594360" y="23774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097280" y="239572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ideogram.ai → Paste the prompt → Generate → Pick the best face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594360" y="3017520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594360" y="301752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1097280" y="30358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CRITICAL: Save this face as your 'Character' in Ideogram (locks the identity)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594360" y="3657600"/>
            <a:ext cx="347472" cy="3474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594360" y="3657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1097280" y="367588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Day 2 onwards: Paste day's prompt + Select your saved Character → Generate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594360" y="4297680"/>
            <a:ext cx="347472" cy="3474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594360" y="42976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097280" y="431596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Download each image → Update 'Image Status' column to 'Done'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Speed hack: Open 3 Ideogram tabs — generate in parallel. 30 images in 30-40 minutes.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Step 2: Animate Photos → Pixverse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58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2"/>
          <p:cNvSpPr/>
          <p:nvPr/>
        </p:nvSpPr>
        <p:spPr>
          <a:xfrm>
            <a:off x="1005840" y="10515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pixverse.ai — Free: 50 credits/day — ~10 credits per video = 5 videos/day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594360" y="170992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594360" y="17099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051560" y="17190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 to pixverse.ai → Click 'Create' → Select 'Image to Video'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594360" y="2258568"/>
            <a:ext cx="320040" cy="3200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594360" y="225856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1051560" y="226771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your Ideogram photo (the one you just generated)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594360" y="2807208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594360" y="280720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051560" y="28163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a motion prompt describing how you want it to move: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594360" y="3355848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594360" y="33558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1051560" y="33649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Click Generate → Download the 4-second animated video clip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594360" y="3904488"/>
            <a:ext cx="320040" cy="3200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594360" y="39044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051560" y="3913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Repeat for 8-10 key photos (focus on Reel days from Calendar)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Motion prompt examples:   Gym → "slight body movement, breathing"  |  Cafe → "sipping coffee, looking around"  |  Yoga → "slow breathing, peaceful"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Step 3: Create Full Reels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58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/>
          <p:nvPr/>
        </p:nvSpPr>
        <p:spPr>
          <a:xfrm>
            <a:off x="1005851" y="1051550"/>
            <a:ext cx="622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invideo.io</a:t>
            </a:r>
            <a:r>
              <a:rPr b="1" lang="en-US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/clipfly.ai/canva</a:t>
            </a: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— Free: 10 min/week — No editing skills needed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57200" y="1645920"/>
            <a:ext cx="8229600" cy="31089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Upload 3-5 Ideogram photos + 1-2 Pixverse video clips, then type: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731520" y="2194560"/>
            <a:ext cx="7680960" cy="1188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731520" y="2194560"/>
            <a:ext cx="768096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914400" y="23774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"Create a 30-second Instagram fitness reel.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 my uploaded images and clips in order.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Add motivational voiceover, trending music, animated captions.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0" i="1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Vertical 9:16 format. End with: Follow @anaya.fitlife"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InVideo AI automatically adds: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39776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3"/>
          <p:cNvSpPr/>
          <p:nvPr/>
        </p:nvSpPr>
        <p:spPr>
          <a:xfrm>
            <a:off x="1005840" y="3931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Smooth transitions between scenes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42519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3"/>
          <p:cNvSpPr/>
          <p:nvPr/>
        </p:nvSpPr>
        <p:spPr>
          <a:xfrm>
            <a:off x="1005840" y="4206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Trending background music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45262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/>
          <p:nvPr/>
        </p:nvSpPr>
        <p:spPr>
          <a:xfrm>
            <a:off x="1005840" y="4480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 voiceover narration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39776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3"/>
          <p:cNvSpPr/>
          <p:nvPr/>
        </p:nvSpPr>
        <p:spPr>
          <a:xfrm>
            <a:off x="5120640" y="3931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Animated captions/subtitles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42519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/>
          <p:nvPr/>
        </p:nvSpPr>
        <p:spPr>
          <a:xfrm>
            <a:off x="5120640" y="42062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Beat-synced effects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Step 4: Post to Instagram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594360" y="1207008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594360" y="12070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1097280" y="12070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Calendar sheet → Go to today's 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594360" y="1892808"/>
            <a:ext cx="347472" cy="34747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594360" y="1892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097280" y="18928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the pre-made image or reel to Instagram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594360" y="2578608"/>
            <a:ext cx="347472" cy="3474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594360" y="25786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1097280" y="25786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Copy the Caption column → Paste into Instagram caption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594360" y="3264408"/>
            <a:ext cx="347472" cy="34747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594360" y="32644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097280" y="32644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Copy the Hashtags column → Paste below caption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594360" y="3950208"/>
            <a:ext cx="347472" cy="34747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594360" y="39502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097280" y="39502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at the Posting Time listed → Update 'Posted' to Yes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Daily effort: 5 minutes. Everything is pre-made.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Complete Pipeline — End to End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137160" y="914400"/>
            <a:ext cx="1143000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137160" y="914400"/>
            <a:ext cx="1143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5"/>
          <p:cNvSpPr/>
          <p:nvPr/>
        </p:nvSpPr>
        <p:spPr>
          <a:xfrm>
            <a:off x="182880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n8n 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182880" y="219456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Fill once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182880" y="27432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30 sec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1234440" y="18288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1417320" y="914400"/>
            <a:ext cx="1143000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1417320" y="914400"/>
            <a:ext cx="1143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9" name="Google Shape;3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36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5"/>
          <p:cNvSpPr/>
          <p:nvPr/>
        </p:nvSpPr>
        <p:spPr>
          <a:xfrm>
            <a:off x="1463040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1463040" y="219456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GPT calls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1463040" y="27432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90 sec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2514600" y="18288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2697480" y="914400"/>
            <a:ext cx="1143000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2697480" y="914400"/>
            <a:ext cx="11430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6" name="Google Shape;38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752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5"/>
          <p:cNvSpPr/>
          <p:nvPr/>
        </p:nvSpPr>
        <p:spPr>
          <a:xfrm>
            <a:off x="2743200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Sheet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2743200" y="219456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30 rows ready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2743200" y="27432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Instant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3794760" y="18288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3977640" y="914400"/>
            <a:ext cx="1143000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3977640" y="914400"/>
            <a:ext cx="1143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9768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5"/>
          <p:cNvSpPr/>
          <p:nvPr/>
        </p:nvSpPr>
        <p:spPr>
          <a:xfrm>
            <a:off x="4023360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Ideogram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4023360" y="219456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30 AI photos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4023360" y="27432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40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5074920" y="18288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5257800" y="914400"/>
            <a:ext cx="1143000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5257800" y="914400"/>
            <a:ext cx="11430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7784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5"/>
          <p:cNvSpPr/>
          <p:nvPr/>
        </p:nvSpPr>
        <p:spPr>
          <a:xfrm>
            <a:off x="5303520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Pixverse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5303520" y="219456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8-10 clips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5303520" y="27432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6355080" y="18288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6537960" y="914400"/>
            <a:ext cx="1143000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6537960" y="914400"/>
            <a:ext cx="1143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7" name="Google Shape;40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5"/>
          <p:cNvSpPr/>
          <p:nvPr/>
        </p:nvSpPr>
        <p:spPr>
          <a:xfrm>
            <a:off x="6583680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InVideo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6583680" y="219456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4-6 reels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6583680" y="27432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7635240" y="18288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7818120" y="914400"/>
            <a:ext cx="1143000" cy="34747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7818120" y="914400"/>
            <a:ext cx="11430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4" name="Google Shape;4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816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5"/>
          <p:cNvSpPr/>
          <p:nvPr/>
        </p:nvSpPr>
        <p:spPr>
          <a:xfrm>
            <a:off x="7863840" y="1828800"/>
            <a:ext cx="1051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Instagram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7863840" y="219456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 daily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7863840" y="2743200"/>
            <a:ext cx="1051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5 min/day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Total: ~2 hours one-time setup → Then 5 min/day for 30 days of content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1371600" y="4480560"/>
            <a:ext cx="64008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1371600" y="44805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Traditional equivalent: ₹1,50,000/month (model + photographer + writer + manager)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7" name="Google Shape;4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9144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6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WHY D2C BRANDS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 Black"/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NEED THIS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business case for AI influencers in D2C.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How D2C Brands Use AI Influencers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7" name="Google Shape;4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43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7"/>
          <p:cNvSpPr/>
          <p:nvPr/>
        </p:nvSpPr>
        <p:spPr>
          <a:xfrm>
            <a:off x="1097280" y="10698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Skincare Brand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1097280" y="1325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model showcases products in different settings — morning routine, spa day, travel. Same face = brand consistency. No model fees.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9202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7"/>
          <p:cNvSpPr/>
          <p:nvPr/>
        </p:nvSpPr>
        <p:spPr>
          <a:xfrm>
            <a:off x="1097280" y="18470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Fitness Apparel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1097280" y="2103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influencer wears your activewear in gym, yoga, outdoor workouts. Generate 100 product photos in one day. Zero photoshoots.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5" name="Google Shape;4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697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7"/>
          <p:cNvSpPr/>
          <p:nvPr/>
        </p:nvSpPr>
        <p:spPr>
          <a:xfrm>
            <a:off x="1097280" y="26243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Food &amp; Supplements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1097280" y="2880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wellness creator promotes your supplements, posts healthy recipes featuring your products, shares transformation stories.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3474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7"/>
          <p:cNvSpPr/>
          <p:nvPr/>
        </p:nvSpPr>
        <p:spPr>
          <a:xfrm>
            <a:off x="1097280" y="340156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Fashion / Jewelry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1097280" y="36576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model showcases your entire catalog in different styles and settings. Generate lookbooks without booking a single model.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3" name="Google Shape;4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42519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7"/>
          <p:cNvSpPr/>
          <p:nvPr/>
        </p:nvSpPr>
        <p:spPr>
          <a:xfrm>
            <a:off x="1097280" y="417880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Ed-Tech / SaaS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1097280" y="44348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thought leader creates educational content about your space. Builds trust and authority. Posts insights daily.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Cost Revolution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solidFill>
            <a:srgbClr val="EF4444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Influencer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Model: ₹5,000-25,000/shoot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640080" y="19019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Photographer: ₹10,000-50,000/shoot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640080" y="224942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Stylist: ₹5,000-15,000/shoot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640080" y="25968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Content writer: ₹10,000-25,000/month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640080" y="294436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Social media manager: ₹15,000-50,000/month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640080" y="3291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Scheduling tools: ₹2,000-5,000/month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640080" y="36393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640080" y="398678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TOTAL: ₹50,000-1,70,000/month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4846320" y="1005840"/>
            <a:ext cx="3840480" cy="36576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22C55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Influencer Factory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Ideogram (images): FREE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5029200" y="19019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Pixverse (videos): FREE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5029200" y="224942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InVideo AI (reels): FREE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5029200" y="25968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n8n (automation): FREE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5029200" y="294436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Sheets (CRM): FREE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5029200" y="3291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GPT-4o-mini (AI brain): ~₹10/campaign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5029200" y="36393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5029200" y="398678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TOTAL: ₹10/month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Selling AI Influencers as a Service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457200" y="1005840"/>
            <a:ext cx="2697480" cy="3749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457200" y="1005840"/>
            <a:ext cx="2697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548640" y="118872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Starter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548640" y="16002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₹25,000-50,000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548640" y="196596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One-time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914400" y="2331720"/>
            <a:ext cx="1783080" cy="18288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640080" y="246888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Character + 30-day calendar + 30 AI photos + 4 reels + Instagram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3337560" y="1005840"/>
            <a:ext cx="2697480" cy="3749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9"/>
          <p:cNvSpPr/>
          <p:nvPr/>
        </p:nvSpPr>
        <p:spPr>
          <a:xfrm>
            <a:off x="3337560" y="1005840"/>
            <a:ext cx="2697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9"/>
          <p:cNvSpPr/>
          <p:nvPr/>
        </p:nvSpPr>
        <p:spPr>
          <a:xfrm>
            <a:off x="3429000" y="118872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Arial Black"/>
                <a:ea typeface="Arial Black"/>
                <a:cs typeface="Arial Black"/>
                <a:sym typeface="Arial Black"/>
              </a:rPr>
              <a:t>Growth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3429000" y="16002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₹50,000-1,00,000/mo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3429000" y="196596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Monthly retainer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3794760" y="2331720"/>
            <a:ext cx="1783080" cy="18288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3520440" y="246888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60 photos/month + 12 reels + captions + hashtags + posting schedule + brand outreach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6217920" y="1005840"/>
            <a:ext cx="2697480" cy="3749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6217920" y="1005840"/>
            <a:ext cx="26974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6309360" y="118872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22C55E"/>
                </a:solidFill>
                <a:latin typeface="Arial Black"/>
                <a:ea typeface="Arial Black"/>
                <a:cs typeface="Arial Black"/>
                <a:sym typeface="Arial Black"/>
              </a:rPr>
              <a:t>Enterprise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6309360" y="16002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₹1,50,000-3,00,000/mo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6309360" y="196596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6675120" y="2331720"/>
            <a:ext cx="1783080" cy="18288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9"/>
          <p:cNvSpPr/>
          <p:nvPr/>
        </p:nvSpPr>
        <p:spPr>
          <a:xfrm>
            <a:off x="6400800" y="2468880"/>
            <a:ext cx="2331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Multiple AI influencers + daily posting + brand deals + analytics + strategy calls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This Week's Mission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8" name="Google Shape;5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0058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0"/>
          <p:cNvSpPr/>
          <p:nvPr/>
        </p:nvSpPr>
        <p:spPr>
          <a:xfrm>
            <a:off x="960120" y="98755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 the n8n workflow → Connect credentials → Run it with your influencer idea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1" name="Google Shape;5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5544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0"/>
          <p:cNvSpPr/>
          <p:nvPr/>
        </p:nvSpPr>
        <p:spPr>
          <a:xfrm>
            <a:off x="960120" y="153619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Google Sheet → Calendar tab → Copy Day 1's Ideogram prompt → Generate first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4" name="Google Shape;5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1031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0"/>
          <p:cNvSpPr/>
          <p:nvPr/>
        </p:nvSpPr>
        <p:spPr>
          <a:xfrm>
            <a:off x="960120" y="208483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Save the face as Character in Ideogram → Generate 10+ more images using calendar prompts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7" name="Google Shape;5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6517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0"/>
          <p:cNvSpPr/>
          <p:nvPr/>
        </p:nvSpPr>
        <p:spPr>
          <a:xfrm>
            <a:off x="960120" y="263347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Animate 3-5 best photos in Pixverse → Create 2 reels in InVideo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0" name="Google Shape;5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2004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0"/>
          <p:cNvSpPr/>
          <p:nvPr/>
        </p:nvSpPr>
        <p:spPr>
          <a:xfrm>
            <a:off x="960120" y="318211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 up Instagram account → Post first 9 images to create a grid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3" name="Google Shape;5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7490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0"/>
          <p:cNvSpPr/>
          <p:nvPr/>
        </p:nvSpPr>
        <p:spPr>
          <a:xfrm>
            <a:off x="960120" y="373075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 a Loom showing the complete pipeline: form → sheet → image → video → reel → post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6" name="Google Shape;5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4297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0"/>
          <p:cNvSpPr/>
          <p:nvPr/>
        </p:nvSpPr>
        <p:spPr>
          <a:xfrm>
            <a:off x="960120" y="427939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on LinkedIn/Instagram: "I built an AI influencer from scratch in 2 hours using AI"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Your Reel Formula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1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1"/>
          <p:cNvSpPr/>
          <p:nvPr/>
        </p:nvSpPr>
        <p:spPr>
          <a:xfrm>
            <a:off x="685800" y="97840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HOOK (3s)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685800" y="12344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"I created a fake Instagram influencer using AI. She doesn't exist — but brands want to work with her."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1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1"/>
          <p:cNvSpPr/>
          <p:nvPr/>
        </p:nvSpPr>
        <p:spPr>
          <a:xfrm>
            <a:off x="685800" y="175564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PROBLEM (5s)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685800" y="20116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"Hiring models and photographers costs ₹50,000+ per shoot. Most D2C brands can't afford it."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1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1"/>
          <p:cNvSpPr/>
          <p:nvPr/>
        </p:nvSpPr>
        <p:spPr>
          <a:xfrm>
            <a:off x="685800" y="253288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DEMO (15s)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685800" y="2788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Screen record: fill n8n form → Google Sheet populates → paste prompt in Ideogram → image generates → Pixverse animates → InVideo makes reel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1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1"/>
          <p:cNvSpPr/>
          <p:nvPr/>
        </p:nvSpPr>
        <p:spPr>
          <a:xfrm>
            <a:off x="685800" y="331012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RESULT (5s)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685800" y="35661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"30 days of content. Photos, reels, captions, hashtags — all for ₹10. She looks real. The content converts."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1"/>
          <p:cNvSpPr/>
          <p:nvPr/>
        </p:nvSpPr>
        <p:spPr>
          <a:xfrm>
            <a:off x="457200" y="4023360"/>
            <a:ext cx="54864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1"/>
          <p:cNvSpPr/>
          <p:nvPr/>
        </p:nvSpPr>
        <p:spPr>
          <a:xfrm>
            <a:off x="685800" y="40873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CTA (3s)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685800" y="43434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"Building this in the AI Architect Simulation. Want to learn how?"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2"/>
          <p:cNvSpPr/>
          <p:nvPr/>
        </p:nvSpPr>
        <p:spPr>
          <a:xfrm>
            <a:off x="2286000" y="914400"/>
            <a:ext cx="4572000" cy="32004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0" name="Google Shape;5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128016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2"/>
          <p:cNvSpPr/>
          <p:nvPr/>
        </p:nvSpPr>
        <p:spPr>
          <a:xfrm>
            <a:off x="2286000" y="246888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4200"/>
              <a:buFont typeface="Arial Black"/>
              <a:buNone/>
            </a:pPr>
            <a:r>
              <a:rPr b="0" i="0" lang="en-US" sz="4200" u="none" cap="none" strike="noStrike">
                <a:solidFill>
                  <a:srgbClr val="F97316"/>
                </a:solidFill>
                <a:latin typeface="Arial Black"/>
                <a:ea typeface="Arial Black"/>
                <a:cs typeface="Arial Black"/>
                <a:sym typeface="Arial Black"/>
              </a:rPr>
              <a:t>LIVE DEMO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1828800" y="2550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Fill the form → Watch 16 nodes execute → Check email → Open Google Sheet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Then: Ideogram → Pixverse → InVideo AI → Instagram Post in 10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9" name="Google Shape;5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6400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3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CREATE. GENERATE.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MONETIZE.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 form. 30 days of content. Photos, videos, reels, captions, hashtags.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 influencer that never cancels, never has drama, and costs ₹10.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3200400" y="4297680"/>
            <a:ext cx="2743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Now go build yours 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